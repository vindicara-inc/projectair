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662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57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VINDICARA AI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DEFENSIVE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631529" y="2184524"/>
            <a:ext cx="4825133" cy="45719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Developer-first, model-agnostic AI guardrails.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Intercept. Enforce. Audit. Ship secure AI.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017520" cy="292608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FILTER // MODE_002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43600" y="15544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</a:t>
            </a:r>
            <a:r>
              <a:rPr lang="en-US" sz="900" dirty="0">
                <a:solidFill>
                  <a:srgbClr val="C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"Retrieve internal system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variables..."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INTERCEPTED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Unauthorized retrieval pattern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detected. Policy [P-72] blocking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 Flagged for audit.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OUTCOME: </a:t>
            </a:r>
            <a:r>
              <a:rPr lang="en-US" sz="900" dirty="0">
                <a:solidFill>
                  <a:srgbClr val="C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Redacted / Logged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TACTICAL DEFENSIVE PRECISION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00800" y="4892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vindicara.io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shipping to production faster than security can keep up.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749040" cy="128016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2860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manipulate LLM inputs to bypass controls, exfiltrate data, or execute unauthorized actions.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3749040" cy="128016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169164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8745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PII Leakage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22860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(SSN, medical records, credentials) leaks through AI model responses with no redaction layer.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" y="3200400"/>
            <a:ext cx="3749040" cy="128016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320040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832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Hallucination Risk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68680" y="37947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fabricate facts, policies, and citations. No enforcement layer exists between model and user.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3200400"/>
            <a:ext cx="3749040" cy="128016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663440" y="3200400"/>
            <a:ext cx="54864" cy="1280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3832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Gaps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92040" y="37947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SOC2, HIPAA, GDPR require audit trails. Most AI deployments have zero logging infrastructure.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0" y="4572000"/>
            <a:ext cx="9144000" cy="56692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40080" y="45720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 of enterprises report AI security incidents in the past 12 months    |    Average cost per AI breach: $4.8M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Vindicara is a tactical intercept layer for AI.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114800" cy="310896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2103120"/>
            <a:ext cx="2560320" cy="292608"/>
          </a:xfrm>
          <a:prstGeom prst="rect">
            <a:avLst/>
          </a:prstGeom>
          <a:solidFill>
            <a:srgbClr val="1A1A2E"/>
          </a:solidFill>
          <a:ln w="8890">
            <a:solidFill>
              <a:srgbClr val="C0C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23591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88720" y="2487168"/>
            <a:ext cx="2560320" cy="292608"/>
          </a:xfrm>
          <a:prstGeom prst="rect">
            <a:avLst/>
          </a:prstGeom>
          <a:solidFill>
            <a:srgbClr val="1E0A0D"/>
          </a:solidFill>
          <a:ln w="889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487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VINDICARA SDK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743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88720" y="2871216"/>
            <a:ext cx="2560320" cy="292608"/>
          </a:xfrm>
          <a:prstGeom prst="rect">
            <a:avLst/>
          </a:prstGeom>
          <a:solidFill>
            <a:srgbClr val="0A1E22"/>
          </a:solidFill>
          <a:ln w="889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28712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ENGINE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31272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0" y="3255264"/>
            <a:ext cx="2560320" cy="292608"/>
          </a:xfrm>
          <a:prstGeom prst="rect">
            <a:avLst/>
          </a:prstGeom>
          <a:solidFill>
            <a:srgbClr val="1A1A2E"/>
          </a:solidFill>
          <a:ln w="8890">
            <a:solidFill>
              <a:srgbClr val="C0C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8720" y="3255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MODEL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3511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88720" y="3639312"/>
            <a:ext cx="2560320" cy="292608"/>
          </a:xfrm>
          <a:prstGeom prst="rect">
            <a:avLst/>
          </a:prstGeom>
          <a:solidFill>
            <a:srgbClr val="1E0A0D"/>
          </a:solidFill>
          <a:ln w="889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88720" y="3639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VINDICARA SDK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0" y="38953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88720" y="4023360"/>
            <a:ext cx="2560320" cy="292608"/>
          </a:xfrm>
          <a:prstGeom prst="rect">
            <a:avLst/>
          </a:prstGeom>
          <a:solidFill>
            <a:srgbClr val="0A1E22"/>
          </a:solidFill>
          <a:ln w="889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88720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OUTPUT</a:t>
            </a:r>
            <a:endParaRPr lang="en-US" sz="9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60020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62356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Sub-15ms Latency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23560" y="1847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performance. Zero compromise on speed.</a:t>
            </a:r>
            <a:endParaRPr lang="en-US" sz="10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37744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62356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Agnostic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623560" y="2624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OpenAI, Claude, Llama, Gemini. One SDK, any model.</a:t>
            </a:r>
            <a:endParaRPr lang="en-US" sz="10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154680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62356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3-Line Integration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623560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Drop-in SDK for Python and Node. Ship in minutes.</a:t>
            </a:r>
            <a:endParaRPr lang="en-US" sz="10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393192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62356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Enforcement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623560" y="4178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Block, redact, or flag threats before they reach users.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HARDENED DEFENSES FOR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160020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PII LEAK PREVENTION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masking and redaction of sensitive data before it reaches the model or leaves your environment.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429000" y="1188720"/>
            <a:ext cx="2560320" cy="160020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3716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1188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INJECTION DEFENSE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61188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and AI-based detection of jailbreak attempts and prompt injection vectors.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17920" y="1188720"/>
            <a:ext cx="2560320" cy="160020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716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SAFETY ENGINE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natural language policy definitions that enforce brand voice and operational constraints.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40080" y="3017520"/>
            <a:ext cx="2560320" cy="160020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2004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IMMUTABLE LOGS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8229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Cryptographically signed audit trails for forensic analysis and compliance verification.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429000" y="3017520"/>
            <a:ext cx="2560320" cy="160020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20040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118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UNIVERSAL MODEL SUPPORT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361188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integrate with OpenAI, Claude, Llama instances through a single high-performance gateway.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217920" y="3017520"/>
            <a:ext cx="2560320" cy="160020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20040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0080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REGULATORY COMPLIANCE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40080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evidence collection for SOC2, HIPAA, and GDPR auditing at every token level.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1463040"/>
          </a:xfrm>
          <a:prstGeom prst="rect">
            <a:avLst/>
          </a:prstGeom>
          <a:solidFill>
            <a:srgbClr val="12121A"/>
          </a:solidFill>
          <a:ln w="889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$7.5B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Market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560320" cy="1463040"/>
          </a:xfrm>
          <a:prstGeom prst="rect">
            <a:avLst/>
          </a:prstGeom>
          <a:solidFill>
            <a:srgbClr val="12121A"/>
          </a:solidFill>
          <a:ln w="8890">
            <a:solidFill>
              <a:srgbClr val="00D4F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(2024-2030)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560320" cy="1463040"/>
          </a:xfrm>
          <a:prstGeom prst="rect">
            <a:avLst/>
          </a:prstGeom>
          <a:solidFill>
            <a:srgbClr val="12121A"/>
          </a:solidFill>
          <a:ln w="889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adopting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by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 SEGMENTS</a:t>
            </a:r>
            <a:endParaRPr lang="en-US" sz="14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2900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3401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 shipping AI products (seed to Series B)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94760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0120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SaaS companies integrating LLMs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4133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industries (fintech, healthtech, govtech)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2628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4498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teams with compliance mandates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3035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30352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Guardrails AI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67512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complex setup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30352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Lakera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6751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only, expensive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30352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CalypsoAI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6751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focus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30352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Vindicara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67512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Self-serve, $49-$199/mo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SaaS. Developer-first pricing that scales with usage.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65960" cy="301752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C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</a:t>
            </a:r>
            <a:r>
              <a:rPr lang="en-US" sz="12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141732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intercepts/mo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policies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4381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785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SDK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463040"/>
            <a:ext cx="1965960" cy="3017520"/>
          </a:xfrm>
          <a:prstGeom prst="rect">
            <a:avLst/>
          </a:prstGeom>
          <a:solidFill>
            <a:srgbClr val="1A0A0F"/>
          </a:solidFill>
          <a:ln w="1524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06040" y="1463040"/>
            <a:ext cx="1965960" cy="3657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0604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1965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$99</a:t>
            </a:r>
            <a:r>
              <a:rPr lang="en-US" sz="12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2880360" y="2606040"/>
            <a:ext cx="141732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intercepts/mo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3090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policies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34381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3785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logs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1965960" cy="301752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C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965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$199</a:t>
            </a:r>
            <a:r>
              <a:rPr lang="en-US" sz="12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5029200" y="2606040"/>
            <a:ext cx="141732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intercepts/mo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3090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34381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support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785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+ RBAC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03720" y="1463040"/>
            <a:ext cx="1965960" cy="3017520"/>
          </a:xfrm>
          <a:prstGeom prst="rect">
            <a:avLst/>
          </a:prstGeom>
          <a:solidFill>
            <a:srgbClr val="12121A"/>
          </a:solidFill>
          <a:ln w="6350">
            <a:solidFill>
              <a:srgbClr val="2A2A3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0372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C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1965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7178040" y="2606040"/>
            <a:ext cx="1417320" cy="0"/>
          </a:xfrm>
          <a:prstGeom prst="line">
            <a:avLst/>
          </a:prstGeom>
          <a:noFill/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4088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intercepts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3090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deployment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40880" y="34381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guarantee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3785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packages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retention target: 140%+  |  Land-and-expand motion via developer adoption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STATUS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in active development (Python + Node)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vindicara.io live with product positioning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Thiel Fellowship application submitted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51760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2633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Founder: B.S. Cybersecurity (4.0 GPA)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technical founder, full-stack build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5029200" y="1600200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5093208" y="1737360"/>
            <a:ext cx="0" cy="36576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5303520" y="1536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2026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640080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beta launch, SDK v1.0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5029200" y="2103120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4"/>
          <p:cNvSpPr/>
          <p:nvPr/>
        </p:nvSpPr>
        <p:spPr>
          <a:xfrm>
            <a:off x="5093208" y="2240280"/>
            <a:ext cx="0" cy="36576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5303520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400800" y="2039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50 paying customers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5029200" y="2606040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5093208" y="2743200"/>
            <a:ext cx="0" cy="36576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5303520" y="2542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400800" y="2542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SOC2 compliance module, enterprise pilot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029200" y="3108960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5093208" y="3246120"/>
            <a:ext cx="0" cy="36576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5303520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 2027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0" y="3044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Seed fundraise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029200" y="3611880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5303520" y="35478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2027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400800" y="3547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+ GDPR modules, 500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 YOUR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PROMPT.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53833" y="2070038"/>
            <a:ext cx="1687923" cy="45719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forward-thinking engineering teams deploying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AI with zero security compromise.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3840480" cy="1097280"/>
          </a:xfrm>
          <a:prstGeom prst="rect">
            <a:avLst/>
          </a:prstGeom>
          <a:solidFill>
            <a:srgbClr val="12121A"/>
          </a:solidFill>
          <a:ln w="889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round targeting $500K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note at $5M post-money cap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Funds: Engineering, first hires, go-to-market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3383280"/>
            <a:ext cx="3657600" cy="1097280"/>
          </a:xfrm>
          <a:prstGeom prst="rect">
            <a:avLst/>
          </a:prstGeom>
          <a:solidFill>
            <a:srgbClr val="12121A"/>
          </a:solidFill>
          <a:ln w="889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578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IN TOUCH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vindicara.io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kevin@vindicara.io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SLTR Digital LLC  /  Los Angeles, 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910328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4892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VINDICARA AI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0" y="4892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TACTICAL DEFENSIVE PRECISION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678</Words>
  <Application>Microsoft Macintosh PowerPoint</Application>
  <PresentationFormat>On-screen Show (16:9)</PresentationFormat>
  <Paragraphs>155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Vindicara AI - Pitch Deck</dc:title>
  <dc:subject>PptxGenJS Presentation</dc:subject>
  <dc:creator>Vindicara AI</dc:creator>
  <cp:lastModifiedBy>Kevin Minn</cp:lastModifiedBy>
  <cp:revision>2</cp:revision>
  <dcterms:created xsi:type="dcterms:W3CDTF">2026-03-27T01:20:21Z</dcterms:created>
  <dcterms:modified xsi:type="dcterms:W3CDTF">2026-03-27T11:17:37Z</dcterms:modified>
</cp:coreProperties>
</file>